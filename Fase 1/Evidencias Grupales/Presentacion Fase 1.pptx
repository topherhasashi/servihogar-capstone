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11728-70F1-48BC-9B2C-D871A4905684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1E171-AEFD-4ABA-93C1-B48334D876A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8730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1E171-AEFD-4ABA-93C1-B48334D876A9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789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147757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833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668212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7395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161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311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7783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016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697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6076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270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66D367C-1CC0-48C5-B83E-E8394AC234DC}" type="datetimeFigureOut">
              <a:rPr lang="es-CL" smtClean="0"/>
              <a:t>13-04-2026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677714B-BFA6-4368-8EFE-A7F9E733BA9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2676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37C45-A9CF-772A-0C55-72C412508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Servihogar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0261FA-2725-098F-6797-88DE4A9BB3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Presentaci</a:t>
            </a:r>
            <a:r>
              <a:rPr lang="es-CL" dirty="0" err="1"/>
              <a:t>ón</a:t>
            </a:r>
            <a:r>
              <a:rPr lang="es-CL" dirty="0"/>
              <a:t> </a:t>
            </a:r>
            <a:r>
              <a:rPr lang="es-ES" dirty="0"/>
              <a:t>Fase 1 </a:t>
            </a:r>
            <a:r>
              <a:rPr lang="es-ES" dirty="0" err="1"/>
              <a:t>Capstone</a:t>
            </a:r>
            <a:endParaRPr lang="es-ES" dirty="0"/>
          </a:p>
          <a:p>
            <a:r>
              <a:rPr lang="es-ES" dirty="0"/>
              <a:t>Equipo</a:t>
            </a:r>
            <a:r>
              <a:rPr lang="en-US" dirty="0"/>
              <a:t>: Juan Silva, Matías </a:t>
            </a:r>
            <a:r>
              <a:rPr lang="en-US" dirty="0" err="1"/>
              <a:t>Reuque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8179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4B627-C331-ABCD-366C-E7F27762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Descripción del proyecto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53315A65-F777-DA40-38E2-D2B4D97D1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Problema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3D8145E3-7B36-71A9-0F8B-F9384A252F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El agendamiento de servicios a domicilio en Chile es informal: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Recomendación de un tercero.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Coordinación por redes sociales</a:t>
            </a:r>
            <a:r>
              <a:rPr lang="es-CL" dirty="0"/>
              <a:t> o llamada.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dirty="0"/>
              <a:t>Poca confianza por información limitada.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8DD7EEA-F029-DBDA-CC9F-844A5954C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L" dirty="0"/>
              <a:t>Propuesta de solución</a:t>
            </a: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669109BC-63E4-622A-7EC8-CF93C24D2B6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Crear una plataforma web para visibilizar a los trabajadores independientes, ofreciendo un sistema de reservas, búsqueda con filtros, gestión de horario laboral y calificación de estrellas.</a:t>
            </a:r>
          </a:p>
        </p:txBody>
      </p:sp>
    </p:spTree>
    <p:extLst>
      <p:ext uri="{BB962C8B-B14F-4D97-AF65-F5344CB8AC3E}">
        <p14:creationId xmlns:p14="http://schemas.microsoft.com/office/powerpoint/2010/main" val="1315954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146890E-793A-6247-3E8D-1FB0E8D03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CL" sz="3600" dirty="0"/>
              <a:t>Objetivos </a:t>
            </a:r>
            <a:r>
              <a:rPr lang="es-CL" sz="3600" dirty="0" err="1"/>
              <a:t>Espec</a:t>
            </a:r>
            <a:r>
              <a:rPr lang="es-ES" sz="3600" dirty="0"/>
              <a:t>í</a:t>
            </a:r>
            <a:r>
              <a:rPr lang="es-CL" sz="3600" dirty="0" err="1"/>
              <a:t>ficos</a:t>
            </a:r>
            <a:r>
              <a:rPr lang="es-CL" sz="3600" dirty="0"/>
              <a:t> </a:t>
            </a:r>
            <a:r>
              <a:rPr lang="es-CL" sz="1800" dirty="0"/>
              <a:t>(a 6 meses del despliegue)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Lograr un aumento en el registro de usuarios de un 30%.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Mantener una calificación promedio igual o mayor a 3 estrellas.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Expandir la cobertura regional a una o 2 regiones de Chile.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/>
              <a:t>Incluir al menos 2 categorías nuevas de servicios, por ejemplo, electricista y soldador.</a:t>
            </a:r>
          </a:p>
        </p:txBody>
      </p:sp>
      <p:sp>
        <p:nvSpPr>
          <p:cNvPr id="9" name="Marcador de contenido 7">
            <a:extLst>
              <a:ext uri="{FF2B5EF4-FFF2-40B4-BE49-F238E27FC236}">
                <a16:creationId xmlns:a16="http://schemas.microsoft.com/office/drawing/2014/main" id="{37BA7611-A568-7814-AD6D-A4E3C5BBB702}"/>
              </a:ext>
            </a:extLst>
          </p:cNvPr>
          <p:cNvSpPr txBox="1">
            <a:spLocks/>
          </p:cNvSpPr>
          <p:nvPr/>
        </p:nvSpPr>
        <p:spPr>
          <a:xfrm>
            <a:off x="1371600" y="653796"/>
            <a:ext cx="9601200" cy="1517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L" sz="3600" dirty="0"/>
              <a:t>Objetivo General </a:t>
            </a:r>
            <a:br>
              <a:rPr lang="es-CL" sz="3200" dirty="0"/>
            </a:br>
            <a:r>
              <a:rPr lang="es-ES" dirty="0"/>
              <a:t>Desarrollar una plataforma web que conecte la oferta de trabajadores independientes con la demanda de servicios a domicilio.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78044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ED51E55-A4AD-84DB-4F97-8E739D4F4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685800"/>
            <a:ext cx="4447786" cy="569671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3600" dirty="0"/>
              <a:t>Alcances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Plataforma web responsiva para gestionar servicios a domicilio en la región del </a:t>
            </a:r>
            <a:r>
              <a:rPr lang="es-ES" sz="1600" i="0" dirty="0" err="1"/>
              <a:t>BioBío</a:t>
            </a:r>
            <a:r>
              <a:rPr lang="es-ES" sz="1600" i="0" dirty="0"/>
              <a:t>, Chile.​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i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Cobertura inicial de tres servicios: gasfitería﻿, limpieza del hogar﻿ y jardinería﻿.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i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Flujo completo digital: registro y autenticación, verificación de antecedentes, búsqueda, reserva y sistema de reseñas.​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Configuración de horario laboral personal por servicio, incluyendo bloqueo de días y horarios personalizados.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i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Panel administrativo para monitorear usuarios, servicios, calidad y alertas operativas.</a:t>
            </a:r>
            <a:r>
              <a:rPr lang="es-CL" sz="1600" i="0" dirty="0"/>
              <a:t> </a:t>
            </a:r>
            <a:endParaRPr lang="es-ES" sz="1600" i="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E29EB8-536A-97F1-78E1-F0393A388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3" y="685800"/>
            <a:ext cx="4447786" cy="569671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3600" dirty="0"/>
              <a:t>Limitaciones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No se desarrollará aplicación móvil para Android/iOS en esta etapa.​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i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Enfoque exclusivo en el mercado chileno, sin multilenguaje ni soporte internacional.​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i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No incluye chat en tiempo real, campañas de correo automatizadas ni motores de recomendación basados en inteligencia artificial.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s-ES" sz="1600" i="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s-ES" sz="1600" i="0" dirty="0"/>
              <a:t>No incluye sistema de pagos, el pago del servicio será presencial (efectivo o transferencia).</a:t>
            </a:r>
            <a:endParaRPr lang="es-CL" sz="1600" i="0" dirty="0"/>
          </a:p>
        </p:txBody>
      </p:sp>
    </p:spTree>
    <p:extLst>
      <p:ext uri="{BB962C8B-B14F-4D97-AF65-F5344CB8AC3E}">
        <p14:creationId xmlns:p14="http://schemas.microsoft.com/office/powerpoint/2010/main" val="290839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46803D9-328C-6815-E658-54B76EB2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>
            <a:normAutofit/>
          </a:bodyPr>
          <a:lstStyle/>
          <a:p>
            <a:r>
              <a:rPr lang="es-ES"/>
              <a:t>Metodología de trabajo</a:t>
            </a:r>
            <a:endParaRPr lang="es-C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67919B-A48A-F55C-A5E3-AD81F5953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61" y="1647859"/>
            <a:ext cx="6517065" cy="3242240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EFCA179-1015-2842-BB06-679DCE17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67" y="2286000"/>
            <a:ext cx="3656419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/>
              <a:t>Utilizamos Scrum, un enfoque ágil que organiza el trabajo en Sprints cortos para planificar, desarrollar y revisar incrementos del producto de forma iterativa y adaptable a cambios.</a:t>
            </a:r>
            <a:endParaRPr lang="es-CL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8605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DB31E-94DD-B54A-F6B4-724EE5A6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Cronograma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17B902-77FD-65D9-B15F-7CBE3A4F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39" y="284265"/>
            <a:ext cx="6778038" cy="628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67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EAC1-7C2D-AE60-9C5A-4B1E3C4A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BFDBC-505E-4BF5-950B-B1BA0BE6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Cronograma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21FD64D-0FD9-746E-3F6C-386AC9E0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969" y="946778"/>
            <a:ext cx="7039631" cy="503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5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D77B5-B119-AD9E-60B8-7305A07E9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</a:t>
            </a:r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9B8A6D-7208-6848-59FF-8A615452FB0C}"/>
              </a:ext>
            </a:extLst>
          </p:cNvPr>
          <p:cNvSpPr txBox="1"/>
          <p:nvPr/>
        </p:nvSpPr>
        <p:spPr>
          <a:xfrm>
            <a:off x="2633205" y="2318606"/>
            <a:ext cx="34627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Backend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Python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Django (Framework)</a:t>
            </a:r>
          </a:p>
          <a:p>
            <a:pPr fontAlgn="base"/>
            <a:r>
              <a:rPr lang="es-CL" b="1" dirty="0"/>
              <a:t>Base de Datos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PostgreSQL (Gestor de data)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69D0EC7-67D5-4B1D-B05C-F815590268CD}"/>
              </a:ext>
            </a:extLst>
          </p:cNvPr>
          <p:cNvSpPr txBox="1"/>
          <p:nvPr/>
        </p:nvSpPr>
        <p:spPr>
          <a:xfrm>
            <a:off x="6232187" y="2317543"/>
            <a:ext cx="38697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CL" b="1" dirty="0" err="1"/>
              <a:t>Frontend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JavaScript/</a:t>
            </a:r>
            <a:r>
              <a:rPr lang="es-CL" dirty="0" err="1"/>
              <a:t>TypeScript</a:t>
            </a:r>
            <a:r>
              <a:rPr lang="es-CL" dirty="0"/>
              <a:t> (Lenguaje)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(Framework)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React</a:t>
            </a:r>
            <a:r>
              <a:rPr lang="es-CL" dirty="0"/>
              <a:t> </a:t>
            </a:r>
            <a:r>
              <a:rPr lang="es-CL" dirty="0" err="1"/>
              <a:t>Router</a:t>
            </a:r>
            <a:endParaRPr lang="es-CL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 err="1"/>
              <a:t>Tailwind</a:t>
            </a:r>
            <a:r>
              <a:rPr lang="es-CL" dirty="0"/>
              <a:t> CSS (Biblioteca)</a:t>
            </a:r>
          </a:p>
          <a:p>
            <a:pPr fontAlgn="base"/>
            <a:r>
              <a:rPr lang="es-CL" b="1" dirty="0" err="1"/>
              <a:t>Deployment</a:t>
            </a:r>
            <a:endParaRPr lang="es-CL" b="1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CL" dirty="0"/>
              <a:t>Docker (Contenedores)</a:t>
            </a:r>
          </a:p>
        </p:txBody>
      </p:sp>
      <p:sp>
        <p:nvSpPr>
          <p:cNvPr id="6" name="AutoShape 2" descr="Django Icon Vector SVG Icon - SVG Repo">
            <a:extLst>
              <a:ext uri="{FF2B5EF4-FFF2-40B4-BE49-F238E27FC236}">
                <a16:creationId xmlns:a16="http://schemas.microsoft.com/office/drawing/2014/main" id="{A2464FB2-FE64-B23F-E720-5E356FB28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7" name="Picture 4" descr="Django Python programación informática lenguaje de programación software,  logo de Python, texto, logo png | PNGEgg">
            <a:extLst>
              <a:ext uri="{FF2B5EF4-FFF2-40B4-BE49-F238E27FC236}">
                <a16:creationId xmlns:a16="http://schemas.microsoft.com/office/drawing/2014/main" id="{4C027639-8D2F-5B42-86D8-9816EAFC4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46" b="92241" l="7184" r="93391">
                        <a14:foregroundMark x1="49425" y1="29310" x2="49425" y2="29310"/>
                        <a14:foregroundMark x1="44540" y1="18966" x2="16667" y2="45115"/>
                        <a14:foregroundMark x1="16667" y1="45115" x2="17241" y2="67529"/>
                        <a14:foregroundMark x1="17241" y1="67529" x2="39368" y2="79310"/>
                        <a14:foregroundMark x1="39368" y1="79310" x2="59195" y2="83046"/>
                        <a14:foregroundMark x1="59195" y1="83046" x2="77299" y2="45977"/>
                        <a14:foregroundMark x1="77299" y1="45977" x2="75287" y2="19540"/>
                        <a14:foregroundMark x1="75287" y1="19540" x2="50575" y2="12069"/>
                        <a14:foregroundMark x1="50575" y1="12069" x2="30172" y2="17529"/>
                        <a14:foregroundMark x1="30172" y1="17529" x2="27586" y2="21552"/>
                        <a14:foregroundMark x1="76149" y1="50000" x2="62644" y2="82759"/>
                        <a14:foregroundMark x1="62644" y1="82759" x2="45690" y2="75575"/>
                        <a14:foregroundMark x1="45690" y1="75575" x2="46552" y2="36782"/>
                        <a14:foregroundMark x1="46552" y1="36782" x2="52299" y2="20690"/>
                        <a14:foregroundMark x1="52299" y1="20690" x2="72126" y2="40230"/>
                        <a14:foregroundMark x1="38218" y1="25575" x2="25000" y2="34195"/>
                        <a14:foregroundMark x1="25000" y1="34195" x2="16379" y2="61782"/>
                        <a14:foregroundMark x1="16379" y1="61782" x2="37356" y2="72989"/>
                        <a14:foregroundMark x1="37356" y1="72989" x2="47989" y2="48851"/>
                        <a14:foregroundMark x1="47989" y1="48851" x2="31322" y2="35057"/>
                        <a14:foregroundMark x1="31322" y1="35057" x2="20690" y2="34483"/>
                        <a14:foregroundMark x1="32759" y1="38793" x2="22701" y2="50000"/>
                        <a14:foregroundMark x1="22701" y1="50000" x2="24425" y2="74713"/>
                        <a14:foregroundMark x1="24425" y1="74713" x2="45115" y2="46552"/>
                        <a14:foregroundMark x1="45115" y1="46552" x2="26724" y2="34483"/>
                        <a14:foregroundMark x1="26724" y1="34483" x2="17529" y2="40517"/>
                        <a14:foregroundMark x1="56897" y1="32471" x2="50000" y2="49138"/>
                        <a14:foregroundMark x1="50000" y1="49138" x2="68966" y2="68391"/>
                        <a14:foregroundMark x1="68966" y1="68391" x2="73563" y2="42529"/>
                        <a14:foregroundMark x1="73563" y1="42529" x2="50575" y2="39943"/>
                        <a14:foregroundMark x1="50575" y1="39943" x2="45115" y2="46552"/>
                        <a14:foregroundMark x1="7471" y1="44828" x2="7471" y2="44828"/>
                        <a14:foregroundMark x1="66667" y1="25575" x2="66667" y2="25575"/>
                        <a14:foregroundMark x1="46552" y1="8046" x2="46552" y2="8046"/>
                        <a14:foregroundMark x1="64655" y1="30460" x2="64655" y2="30460"/>
                        <a14:foregroundMark x1="63793" y1="52299" x2="63793" y2="52299"/>
                        <a14:foregroundMark x1="26437" y1="60057" x2="26437" y2="60057"/>
                        <a14:foregroundMark x1="61782" y1="46839" x2="61782" y2="46839"/>
                        <a14:foregroundMark x1="67529" y1="51724" x2="67529" y2="51724"/>
                        <a14:foregroundMark x1="65805" y1="61494" x2="65805" y2="61494"/>
                        <a14:foregroundMark x1="93391" y1="47414" x2="93391" y2="47414"/>
                        <a14:foregroundMark x1="27299" y1="55747" x2="27299" y2="55747"/>
                        <a14:foregroundMark x1="49713" y1="92241" x2="49713" y2="922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925" y="4712340"/>
            <a:ext cx="1143544" cy="114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EB13764E-02E8-2F0A-7FB1-0EA719D5F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994" y="4788914"/>
            <a:ext cx="1112820" cy="99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2399A9-2606-C563-7F35-4C6FAD8D8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39" y="4708264"/>
            <a:ext cx="1112820" cy="114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Docker, logo, logos icon - Free download on Iconfinder">
            <a:extLst>
              <a:ext uri="{FF2B5EF4-FFF2-40B4-BE49-F238E27FC236}">
                <a16:creationId xmlns:a16="http://schemas.microsoft.com/office/drawing/2014/main" id="{3AF416E0-11AD-5A0D-A435-7341A9F24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779" y="4625867"/>
            <a:ext cx="1230017" cy="123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908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9FE36AB-05D3-DC61-5C8A-02DD8BF62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2724912"/>
            <a:ext cx="9486900" cy="1485900"/>
          </a:xfrm>
        </p:spPr>
        <p:txBody>
          <a:bodyPr/>
          <a:lstStyle/>
          <a:p>
            <a:pPr algn="ctr"/>
            <a:r>
              <a:rPr lang="es-CL" dirty="0"/>
              <a:t>Consultas y/o comentarios.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2D4116-EB19-4C1D-BD88-6625C9E3901D}"/>
              </a:ext>
            </a:extLst>
          </p:cNvPr>
          <p:cNvSpPr txBox="1"/>
          <p:nvPr/>
        </p:nvSpPr>
        <p:spPr>
          <a:xfrm>
            <a:off x="5621274" y="3056537"/>
            <a:ext cx="12161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?</a:t>
            </a:r>
            <a:endParaRPr lang="es-CL" sz="9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297858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TotalTime>308</TotalTime>
  <Words>396</Words>
  <Application>Microsoft Office PowerPoint</Application>
  <PresentationFormat>Panorámica</PresentationFormat>
  <Paragraphs>54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Algerian</vt:lpstr>
      <vt:lpstr>Aptos</vt:lpstr>
      <vt:lpstr>Arial</vt:lpstr>
      <vt:lpstr>Franklin Gothic Book</vt:lpstr>
      <vt:lpstr>Wingdings</vt:lpstr>
      <vt:lpstr>Recorte</vt:lpstr>
      <vt:lpstr>Servihogar</vt:lpstr>
      <vt:lpstr>Descripción del proyecto</vt:lpstr>
      <vt:lpstr>Presentación de PowerPoint</vt:lpstr>
      <vt:lpstr>Presentación de PowerPoint</vt:lpstr>
      <vt:lpstr>Metodología de trabajo</vt:lpstr>
      <vt:lpstr>Cronograma</vt:lpstr>
      <vt:lpstr>Cronograma</vt:lpstr>
      <vt:lpstr>Tecnologías</vt:lpstr>
      <vt:lpstr>Consultas y/o comentarios.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CRISTOPHER SILVA SEPULVEDA</dc:creator>
  <cp:lastModifiedBy>JUAN CRISTOPHER SILVA SEPULVEDA</cp:lastModifiedBy>
  <cp:revision>10</cp:revision>
  <dcterms:created xsi:type="dcterms:W3CDTF">2026-04-01T04:02:19Z</dcterms:created>
  <dcterms:modified xsi:type="dcterms:W3CDTF">2026-04-14T00:32:09Z</dcterms:modified>
</cp:coreProperties>
</file>